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 Bold" charset="1" panose="02000503000000020004"/>
      <p:regular r:id="rId13"/>
    </p:embeddedFont>
    <p:embeddedFont>
      <p:font typeface="Inter" charset="1" panose="02000503000000020004"/>
      <p:regular r:id="rId14"/>
    </p:embeddedFont>
    <p:embeddedFont>
      <p:font typeface="Inter Light" charset="1" panose="02000503000000020004"/>
      <p:regular r:id="rId15"/>
    </p:embeddedFont>
    <p:embeddedFont>
      <p:font typeface="Consolas" charset="1" panose="020B0609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005710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LogicLLM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291070"/>
            <a:ext cx="7823738" cy="40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2111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AI-powered code review and optimization--powered by Qwen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5725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37082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What is LogicLLM?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032942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LogicLLM is a full-stack AI code reviewer that leverages NVIDIA's API with the qwen/qwen2.5-coder-32b-instruct model to analyze, debug, and optimize your code.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5340106"/>
            <a:ext cx="5254971" cy="2286000"/>
            <a:chOff x="0" y="0"/>
            <a:chExt cx="7006628" cy="304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993890" cy="3035300"/>
            </a:xfrm>
            <a:custGeom>
              <a:avLst/>
              <a:gdLst/>
              <a:ahLst/>
              <a:cxnLst/>
              <a:rect r="r" b="b" t="t" l="l"/>
              <a:pathLst>
                <a:path h="3035300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876550"/>
                  </a:lnTo>
                  <a:cubicBezTo>
                    <a:pt x="6993890" y="2964180"/>
                    <a:pt x="6922643" y="3035300"/>
                    <a:pt x="6834759" y="3035300"/>
                  </a:cubicBezTo>
                  <a:lnTo>
                    <a:pt x="159131" y="3035300"/>
                  </a:lnTo>
                  <a:cubicBezTo>
                    <a:pt x="71247" y="3035300"/>
                    <a:pt x="0" y="2964180"/>
                    <a:pt x="0" y="2876550"/>
                  </a:cubicBezTo>
                  <a:close/>
                </a:path>
              </a:pathLst>
            </a:custGeom>
            <a:solidFill>
              <a:srgbClr val="00805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0659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006590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2882900"/>
                  </a:lnTo>
                  <a:lnTo>
                    <a:pt x="7000240" y="2882900"/>
                  </a:lnTo>
                  <a:lnTo>
                    <a:pt x="7006590" y="2882900"/>
                  </a:lnTo>
                  <a:cubicBezTo>
                    <a:pt x="7006590" y="2974086"/>
                    <a:pt x="6932422" y="3048000"/>
                    <a:pt x="6841109" y="3048000"/>
                  </a:cubicBezTo>
                  <a:lnTo>
                    <a:pt x="6841109" y="3041650"/>
                  </a:lnTo>
                  <a:lnTo>
                    <a:pt x="6841109" y="3048000"/>
                  </a:lnTo>
                  <a:lnTo>
                    <a:pt x="165481" y="3048000"/>
                  </a:lnTo>
                  <a:lnTo>
                    <a:pt x="165481" y="3041650"/>
                  </a:lnTo>
                  <a:lnTo>
                    <a:pt x="165481" y="3048000"/>
                  </a:lnTo>
                  <a:cubicBezTo>
                    <a:pt x="74168" y="3048000"/>
                    <a:pt x="0" y="2974086"/>
                    <a:pt x="0" y="288290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882900"/>
                  </a:lnTo>
                  <a:lnTo>
                    <a:pt x="6350" y="2882900"/>
                  </a:lnTo>
                  <a:lnTo>
                    <a:pt x="12700" y="2882900"/>
                  </a:lnTo>
                  <a:cubicBezTo>
                    <a:pt x="12700" y="2967101"/>
                    <a:pt x="81153" y="3035300"/>
                    <a:pt x="165481" y="3035300"/>
                  </a:cubicBezTo>
                  <a:lnTo>
                    <a:pt x="6841109" y="3035300"/>
                  </a:lnTo>
                  <a:cubicBezTo>
                    <a:pt x="6925564" y="3035300"/>
                    <a:pt x="6993890" y="2967101"/>
                    <a:pt x="6993890" y="2882900"/>
                  </a:cubicBezTo>
                  <a:lnTo>
                    <a:pt x="6993890" y="165100"/>
                  </a:lnTo>
                  <a:cubicBezTo>
                    <a:pt x="6993890" y="80899"/>
                    <a:pt x="6925437" y="12700"/>
                    <a:pt x="6841109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284" y="561885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284" y="6165209"/>
            <a:ext cx="465936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React + Vite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284" y="6788944"/>
            <a:ext cx="465936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Port 3000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6443" y="5340106"/>
            <a:ext cx="5254971" cy="2286000"/>
            <a:chOff x="0" y="0"/>
            <a:chExt cx="7006628" cy="304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993890" cy="3035300"/>
            </a:xfrm>
            <a:custGeom>
              <a:avLst/>
              <a:gdLst/>
              <a:ahLst/>
              <a:cxnLst/>
              <a:rect r="r" b="b" t="t" l="l"/>
              <a:pathLst>
                <a:path h="3035300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876550"/>
                  </a:lnTo>
                  <a:cubicBezTo>
                    <a:pt x="6993890" y="2964180"/>
                    <a:pt x="6922643" y="3035300"/>
                    <a:pt x="6834759" y="3035300"/>
                  </a:cubicBezTo>
                  <a:lnTo>
                    <a:pt x="159131" y="3035300"/>
                  </a:lnTo>
                  <a:cubicBezTo>
                    <a:pt x="71247" y="3035300"/>
                    <a:pt x="0" y="2964180"/>
                    <a:pt x="0" y="2876550"/>
                  </a:cubicBezTo>
                  <a:close/>
                </a:path>
              </a:pathLst>
            </a:custGeom>
            <a:solidFill>
              <a:srgbClr val="00805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659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006590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2882900"/>
                  </a:lnTo>
                  <a:lnTo>
                    <a:pt x="7000240" y="2882900"/>
                  </a:lnTo>
                  <a:lnTo>
                    <a:pt x="7006590" y="2882900"/>
                  </a:lnTo>
                  <a:cubicBezTo>
                    <a:pt x="7006590" y="2974086"/>
                    <a:pt x="6932422" y="3048000"/>
                    <a:pt x="6841109" y="3048000"/>
                  </a:cubicBezTo>
                  <a:lnTo>
                    <a:pt x="6841109" y="3041650"/>
                  </a:lnTo>
                  <a:lnTo>
                    <a:pt x="6841109" y="3048000"/>
                  </a:lnTo>
                  <a:lnTo>
                    <a:pt x="165481" y="3048000"/>
                  </a:lnTo>
                  <a:lnTo>
                    <a:pt x="165481" y="3041650"/>
                  </a:lnTo>
                  <a:lnTo>
                    <a:pt x="165481" y="3048000"/>
                  </a:lnTo>
                  <a:cubicBezTo>
                    <a:pt x="74168" y="3048000"/>
                    <a:pt x="0" y="2974086"/>
                    <a:pt x="0" y="288290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882900"/>
                  </a:lnTo>
                  <a:lnTo>
                    <a:pt x="6350" y="2882900"/>
                  </a:lnTo>
                  <a:lnTo>
                    <a:pt x="12700" y="2882900"/>
                  </a:lnTo>
                  <a:cubicBezTo>
                    <a:pt x="12700" y="2967101"/>
                    <a:pt x="81153" y="3035300"/>
                    <a:pt x="165481" y="3035300"/>
                  </a:cubicBezTo>
                  <a:lnTo>
                    <a:pt x="6841109" y="3035300"/>
                  </a:lnTo>
                  <a:cubicBezTo>
                    <a:pt x="6925564" y="3035300"/>
                    <a:pt x="6993890" y="2967101"/>
                    <a:pt x="6993890" y="2882900"/>
                  </a:cubicBezTo>
                  <a:lnTo>
                    <a:pt x="6993890" y="165100"/>
                  </a:lnTo>
                  <a:cubicBezTo>
                    <a:pt x="6993890" y="80899"/>
                    <a:pt x="6925437" y="12700"/>
                    <a:pt x="6841109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814242" y="561885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14242" y="6165209"/>
            <a:ext cx="465936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 + Express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14242" y="6788944"/>
            <a:ext cx="465936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Port 3001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45401" y="5340106"/>
            <a:ext cx="5254971" cy="2286000"/>
            <a:chOff x="0" y="0"/>
            <a:chExt cx="7006628" cy="304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6993890" cy="3035300"/>
            </a:xfrm>
            <a:custGeom>
              <a:avLst/>
              <a:gdLst/>
              <a:ahLst/>
              <a:cxnLst/>
              <a:rect r="r" b="b" t="t" l="l"/>
              <a:pathLst>
                <a:path h="3035300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876550"/>
                  </a:lnTo>
                  <a:cubicBezTo>
                    <a:pt x="6993890" y="2964180"/>
                    <a:pt x="6922643" y="3035300"/>
                    <a:pt x="6834759" y="3035300"/>
                  </a:cubicBezTo>
                  <a:lnTo>
                    <a:pt x="159131" y="3035300"/>
                  </a:lnTo>
                  <a:cubicBezTo>
                    <a:pt x="71247" y="3035300"/>
                    <a:pt x="0" y="2964180"/>
                    <a:pt x="0" y="2876550"/>
                  </a:cubicBezTo>
                  <a:close/>
                </a:path>
              </a:pathLst>
            </a:custGeom>
            <a:solidFill>
              <a:srgbClr val="00805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06590" cy="3048000"/>
            </a:xfrm>
            <a:custGeom>
              <a:avLst/>
              <a:gdLst/>
              <a:ahLst/>
              <a:cxnLst/>
              <a:rect r="r" b="b" t="t" l="l"/>
              <a:pathLst>
                <a:path h="3048000" w="7006590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2882900"/>
                  </a:lnTo>
                  <a:lnTo>
                    <a:pt x="7000240" y="2882900"/>
                  </a:lnTo>
                  <a:lnTo>
                    <a:pt x="7006590" y="2882900"/>
                  </a:lnTo>
                  <a:cubicBezTo>
                    <a:pt x="7006590" y="2974086"/>
                    <a:pt x="6932422" y="3048000"/>
                    <a:pt x="6841109" y="3048000"/>
                  </a:cubicBezTo>
                  <a:lnTo>
                    <a:pt x="6841109" y="3041650"/>
                  </a:lnTo>
                  <a:lnTo>
                    <a:pt x="6841109" y="3048000"/>
                  </a:lnTo>
                  <a:lnTo>
                    <a:pt x="165481" y="3048000"/>
                  </a:lnTo>
                  <a:lnTo>
                    <a:pt x="165481" y="3041650"/>
                  </a:lnTo>
                  <a:lnTo>
                    <a:pt x="165481" y="3048000"/>
                  </a:lnTo>
                  <a:cubicBezTo>
                    <a:pt x="74168" y="3048000"/>
                    <a:pt x="0" y="2974086"/>
                    <a:pt x="0" y="288290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882900"/>
                  </a:lnTo>
                  <a:lnTo>
                    <a:pt x="6350" y="2882900"/>
                  </a:lnTo>
                  <a:lnTo>
                    <a:pt x="12700" y="2882900"/>
                  </a:lnTo>
                  <a:cubicBezTo>
                    <a:pt x="12700" y="2967101"/>
                    <a:pt x="81153" y="3035300"/>
                    <a:pt x="165481" y="3035300"/>
                  </a:cubicBezTo>
                  <a:lnTo>
                    <a:pt x="6841109" y="3035300"/>
                  </a:lnTo>
                  <a:cubicBezTo>
                    <a:pt x="6925564" y="3035300"/>
                    <a:pt x="6993890" y="2967101"/>
                    <a:pt x="6993890" y="2882900"/>
                  </a:cubicBezTo>
                  <a:lnTo>
                    <a:pt x="6993890" y="165100"/>
                  </a:lnTo>
                  <a:cubicBezTo>
                    <a:pt x="6993890" y="80899"/>
                    <a:pt x="6925437" y="12700"/>
                    <a:pt x="6841109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43209" y="561885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AI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43209" y="6165209"/>
            <a:ext cx="465936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NVIDIA 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43209" y="6788944"/>
            <a:ext cx="465936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Qwen 2.5 Coder 32B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92621"/>
            <a:ext cx="7489031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How LogicLLM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88481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 five-step pipeline that transforms your code into actionable insights.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61044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390577"/>
            <a:ext cx="5245446" cy="38100"/>
            <a:chOff x="0" y="0"/>
            <a:chExt cx="6993928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458941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User Input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135766"/>
            <a:ext cx="5245446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Developer pastes code into the UI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1206" y="3861044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4390577"/>
            <a:ext cx="5245446" cy="38100"/>
            <a:chOff x="0" y="0"/>
            <a:chExt cx="6993928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21206" y="458941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Validation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1206" y="5135766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Input sanitization and language 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0163" y="3861044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0163" y="4390577"/>
            <a:ext cx="5245446" cy="38100"/>
            <a:chOff x="0" y="0"/>
            <a:chExt cx="6993928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50163" y="458941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AI 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0163" y="5135766"/>
            <a:ext cx="5245446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NVIDIA API call with qwen/qwen2.5-coder-32b-instruct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6539065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7068588"/>
            <a:ext cx="8009934" cy="38100"/>
            <a:chOff x="0" y="0"/>
            <a:chExt cx="10679913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2238" y="726742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JSON Parsing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7813777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Response parsed into structured format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5684" y="6539065"/>
            <a:ext cx="567033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5684" y="7068588"/>
            <a:ext cx="8009934" cy="38100"/>
            <a:chOff x="0" y="0"/>
            <a:chExt cx="10679913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285684" y="726742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UI Display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5684" y="7813777"/>
            <a:ext cx="800993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Results rendered with quality score and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39238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What You Get Back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232082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832" t="0" r="-3083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322317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Language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69519"/>
            <a:ext cx="79745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Automatically identifies programming language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1108" y="232082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332" r="0" b="-333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1108" y="322317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Bugs List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3769519"/>
            <a:ext cx="797465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Comprehensive list of identified issues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487590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166" r="0" b="-1916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238" y="577825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Improvements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6324600"/>
            <a:ext cx="79745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Suggestions for code enhancement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1108" y="487590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2"/>
                </a:lnTo>
                <a:lnTo>
                  <a:pt x="0" y="567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833" r="0" b="-1083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1108" y="577825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Explanation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6324600"/>
            <a:ext cx="797465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Plain-English breakdown of code logic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238" y="7430986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5000" t="0" r="-1500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92238" y="833333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Optimized Code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8879681"/>
            <a:ext cx="79745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Refactored version ready to implement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21108" y="7430986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666" t="0" r="-1668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321108" y="833333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Quality Score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1108" y="8879681"/>
            <a:ext cx="7974654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0–100 rating with processing time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50421"/>
            <a:ext cx="764961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Quality Score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46272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Start at 100 points. Deductions applied for each issue found.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3188" y="4385520"/>
            <a:ext cx="8048034" cy="1747990"/>
            <a:chOff x="0" y="0"/>
            <a:chExt cx="10730713" cy="2330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0679812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79812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1780" y="0"/>
                  </a:lnTo>
                  <a:cubicBezTo>
                    <a:pt x="10568813" y="0"/>
                    <a:pt x="10679812" y="109220"/>
                    <a:pt x="10679812" y="243840"/>
                  </a:cubicBezTo>
                  <a:lnTo>
                    <a:pt x="10679812" y="2036064"/>
                  </a:lnTo>
                  <a:cubicBezTo>
                    <a:pt x="10679812" y="2170684"/>
                    <a:pt x="10568687" y="2279904"/>
                    <a:pt x="10431780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0612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612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180" y="0"/>
                  </a:lnTo>
                  <a:lnTo>
                    <a:pt x="10457180" y="25400"/>
                  </a:lnTo>
                  <a:lnTo>
                    <a:pt x="10457180" y="0"/>
                  </a:lnTo>
                  <a:cubicBezTo>
                    <a:pt x="10607802" y="0"/>
                    <a:pt x="10730612" y="120142"/>
                    <a:pt x="10730612" y="269240"/>
                  </a:cubicBezTo>
                  <a:lnTo>
                    <a:pt x="10705212" y="269240"/>
                  </a:lnTo>
                  <a:lnTo>
                    <a:pt x="10730612" y="269240"/>
                  </a:lnTo>
                  <a:lnTo>
                    <a:pt x="10730612" y="2061464"/>
                  </a:lnTo>
                  <a:lnTo>
                    <a:pt x="10705212" y="2061464"/>
                  </a:lnTo>
                  <a:lnTo>
                    <a:pt x="10730612" y="2061464"/>
                  </a:lnTo>
                  <a:cubicBezTo>
                    <a:pt x="10730612" y="2210562"/>
                    <a:pt x="10607802" y="2330704"/>
                    <a:pt x="10457180" y="2330704"/>
                  </a:cubicBezTo>
                  <a:lnTo>
                    <a:pt x="10457180" y="2305304"/>
                  </a:lnTo>
                  <a:lnTo>
                    <a:pt x="10457180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180" y="2279904"/>
                  </a:lnTo>
                  <a:cubicBezTo>
                    <a:pt x="10580624" y="2279904"/>
                    <a:pt x="10679812" y="2181733"/>
                    <a:pt x="10679812" y="2061464"/>
                  </a:cubicBezTo>
                  <a:lnTo>
                    <a:pt x="10679812" y="269240"/>
                  </a:lnTo>
                  <a:cubicBezTo>
                    <a:pt x="10679812" y="148971"/>
                    <a:pt x="10580498" y="50800"/>
                    <a:pt x="10457180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4138" y="4404570"/>
            <a:ext cx="152400" cy="1709890"/>
            <a:chOff x="0" y="0"/>
            <a:chExt cx="203200" cy="2279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178304"/>
                  </a:lnTo>
                  <a:cubicBezTo>
                    <a:pt x="203200" y="2234438"/>
                    <a:pt x="157734" y="2279904"/>
                    <a:pt x="101600" y="2279904"/>
                  </a:cubicBezTo>
                  <a:cubicBezTo>
                    <a:pt x="45466" y="2279904"/>
                    <a:pt x="0" y="2234438"/>
                    <a:pt x="0" y="2178304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159" y="470714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Base Score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9" y="5253485"/>
            <a:ext cx="725239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100 points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6634" y="4385520"/>
            <a:ext cx="8048177" cy="1747990"/>
            <a:chOff x="0" y="0"/>
            <a:chExt cx="10730903" cy="23306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10680065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80065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2034" y="0"/>
                  </a:lnTo>
                  <a:cubicBezTo>
                    <a:pt x="10569067" y="0"/>
                    <a:pt x="10680065" y="109220"/>
                    <a:pt x="10680065" y="243840"/>
                  </a:cubicBezTo>
                  <a:lnTo>
                    <a:pt x="10680065" y="2036064"/>
                  </a:lnTo>
                  <a:cubicBezTo>
                    <a:pt x="10680065" y="2170684"/>
                    <a:pt x="10568940" y="2279904"/>
                    <a:pt x="10432034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30865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865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434" y="0"/>
                  </a:lnTo>
                  <a:lnTo>
                    <a:pt x="10457434" y="25400"/>
                  </a:lnTo>
                  <a:lnTo>
                    <a:pt x="10457434" y="0"/>
                  </a:lnTo>
                  <a:cubicBezTo>
                    <a:pt x="10608056" y="0"/>
                    <a:pt x="10730865" y="120142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2061464"/>
                  </a:lnTo>
                  <a:lnTo>
                    <a:pt x="10705465" y="2061464"/>
                  </a:lnTo>
                  <a:lnTo>
                    <a:pt x="10730865" y="2061464"/>
                  </a:lnTo>
                  <a:cubicBezTo>
                    <a:pt x="10730865" y="2210562"/>
                    <a:pt x="10608056" y="2330704"/>
                    <a:pt x="10457434" y="2330704"/>
                  </a:cubicBezTo>
                  <a:lnTo>
                    <a:pt x="10457434" y="2305304"/>
                  </a:lnTo>
                  <a:lnTo>
                    <a:pt x="10457434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434" y="2279904"/>
                  </a:lnTo>
                  <a:cubicBezTo>
                    <a:pt x="10580877" y="2279904"/>
                    <a:pt x="10680065" y="2181733"/>
                    <a:pt x="10680065" y="2061464"/>
                  </a:cubicBezTo>
                  <a:lnTo>
                    <a:pt x="10680065" y="269240"/>
                  </a:lnTo>
                  <a:cubicBezTo>
                    <a:pt x="10680065" y="148971"/>
                    <a:pt x="10580751" y="50800"/>
                    <a:pt x="10457434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47584" y="4404570"/>
            <a:ext cx="152400" cy="1709890"/>
            <a:chOff x="0" y="0"/>
            <a:chExt cx="203200" cy="22798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178304"/>
                  </a:lnTo>
                  <a:cubicBezTo>
                    <a:pt x="203200" y="2234438"/>
                    <a:pt x="157734" y="2279904"/>
                    <a:pt x="101600" y="2279904"/>
                  </a:cubicBezTo>
                  <a:cubicBezTo>
                    <a:pt x="45466" y="2279904"/>
                    <a:pt x="0" y="2234438"/>
                    <a:pt x="0" y="2178304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21606" y="470714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Per Bug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1606" y="5253485"/>
            <a:ext cx="725254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-5 points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3188" y="6378921"/>
            <a:ext cx="8048034" cy="1747990"/>
            <a:chOff x="0" y="0"/>
            <a:chExt cx="10730713" cy="23306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0679812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79812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1780" y="0"/>
                  </a:lnTo>
                  <a:cubicBezTo>
                    <a:pt x="10568813" y="0"/>
                    <a:pt x="10679812" y="109220"/>
                    <a:pt x="10679812" y="243840"/>
                  </a:cubicBezTo>
                  <a:lnTo>
                    <a:pt x="10679812" y="2036064"/>
                  </a:lnTo>
                  <a:cubicBezTo>
                    <a:pt x="10679812" y="2170684"/>
                    <a:pt x="10568687" y="2279904"/>
                    <a:pt x="10431780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30612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612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180" y="0"/>
                  </a:lnTo>
                  <a:lnTo>
                    <a:pt x="10457180" y="25400"/>
                  </a:lnTo>
                  <a:lnTo>
                    <a:pt x="10457180" y="0"/>
                  </a:lnTo>
                  <a:cubicBezTo>
                    <a:pt x="10607802" y="0"/>
                    <a:pt x="10730612" y="120142"/>
                    <a:pt x="10730612" y="269240"/>
                  </a:cubicBezTo>
                  <a:lnTo>
                    <a:pt x="10705212" y="269240"/>
                  </a:lnTo>
                  <a:lnTo>
                    <a:pt x="10730612" y="269240"/>
                  </a:lnTo>
                  <a:lnTo>
                    <a:pt x="10730612" y="2061464"/>
                  </a:lnTo>
                  <a:lnTo>
                    <a:pt x="10705212" y="2061464"/>
                  </a:lnTo>
                  <a:lnTo>
                    <a:pt x="10730612" y="2061464"/>
                  </a:lnTo>
                  <a:cubicBezTo>
                    <a:pt x="10730612" y="2210562"/>
                    <a:pt x="10607802" y="2330704"/>
                    <a:pt x="10457180" y="2330704"/>
                  </a:cubicBezTo>
                  <a:lnTo>
                    <a:pt x="10457180" y="2305304"/>
                  </a:lnTo>
                  <a:lnTo>
                    <a:pt x="10457180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180" y="2279904"/>
                  </a:lnTo>
                  <a:cubicBezTo>
                    <a:pt x="10580624" y="2279904"/>
                    <a:pt x="10679812" y="2181733"/>
                    <a:pt x="10679812" y="2061464"/>
                  </a:cubicBezTo>
                  <a:lnTo>
                    <a:pt x="10679812" y="269240"/>
                  </a:lnTo>
                  <a:cubicBezTo>
                    <a:pt x="10679812" y="148971"/>
                    <a:pt x="10580498" y="50800"/>
                    <a:pt x="10457180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4138" y="6397971"/>
            <a:ext cx="152400" cy="1709890"/>
            <a:chOff x="0" y="0"/>
            <a:chExt cx="203200" cy="22798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178304"/>
                  </a:lnTo>
                  <a:cubicBezTo>
                    <a:pt x="203200" y="2234438"/>
                    <a:pt x="157734" y="2279904"/>
                    <a:pt x="101600" y="2279904"/>
                  </a:cubicBezTo>
                  <a:cubicBezTo>
                    <a:pt x="45466" y="2279904"/>
                    <a:pt x="0" y="2234438"/>
                    <a:pt x="0" y="2178304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28159" y="670054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Per Improvement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8159" y="7246887"/>
            <a:ext cx="725239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-2 points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66634" y="6378921"/>
            <a:ext cx="8048177" cy="1747990"/>
            <a:chOff x="0" y="0"/>
            <a:chExt cx="10730903" cy="23306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10680065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80065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2034" y="0"/>
                  </a:lnTo>
                  <a:cubicBezTo>
                    <a:pt x="10569067" y="0"/>
                    <a:pt x="10680065" y="109220"/>
                    <a:pt x="10680065" y="243840"/>
                  </a:cubicBezTo>
                  <a:lnTo>
                    <a:pt x="10680065" y="2036064"/>
                  </a:lnTo>
                  <a:cubicBezTo>
                    <a:pt x="10680065" y="2170684"/>
                    <a:pt x="10568940" y="2279904"/>
                    <a:pt x="10432034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30865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865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434" y="0"/>
                  </a:lnTo>
                  <a:lnTo>
                    <a:pt x="10457434" y="25400"/>
                  </a:lnTo>
                  <a:lnTo>
                    <a:pt x="10457434" y="0"/>
                  </a:lnTo>
                  <a:cubicBezTo>
                    <a:pt x="10608056" y="0"/>
                    <a:pt x="10730865" y="120142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2061464"/>
                  </a:lnTo>
                  <a:lnTo>
                    <a:pt x="10705465" y="2061464"/>
                  </a:lnTo>
                  <a:lnTo>
                    <a:pt x="10730865" y="2061464"/>
                  </a:lnTo>
                  <a:cubicBezTo>
                    <a:pt x="10730865" y="2210562"/>
                    <a:pt x="10608056" y="2330704"/>
                    <a:pt x="10457434" y="2330704"/>
                  </a:cubicBezTo>
                  <a:lnTo>
                    <a:pt x="10457434" y="2305304"/>
                  </a:lnTo>
                  <a:lnTo>
                    <a:pt x="10457434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434" y="2279904"/>
                  </a:lnTo>
                  <a:cubicBezTo>
                    <a:pt x="10580877" y="2279904"/>
                    <a:pt x="10680065" y="2181733"/>
                    <a:pt x="10680065" y="2061464"/>
                  </a:cubicBezTo>
                  <a:lnTo>
                    <a:pt x="10680065" y="269240"/>
                  </a:lnTo>
                  <a:cubicBezTo>
                    <a:pt x="10680065" y="148971"/>
                    <a:pt x="10580751" y="50800"/>
                    <a:pt x="10457434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19997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47584" y="6397971"/>
            <a:ext cx="152400" cy="1709890"/>
            <a:chOff x="0" y="0"/>
            <a:chExt cx="203200" cy="227985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178304"/>
                  </a:lnTo>
                  <a:cubicBezTo>
                    <a:pt x="203200" y="2234438"/>
                    <a:pt x="157734" y="2279904"/>
                    <a:pt x="101600" y="2279904"/>
                  </a:cubicBezTo>
                  <a:cubicBezTo>
                    <a:pt x="45466" y="2279904"/>
                    <a:pt x="0" y="2234438"/>
                    <a:pt x="0" y="2178304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21606" y="670054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Minimum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1606" y="7246887"/>
            <a:ext cx="7252545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0 points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76878"/>
            <a:ext cx="5670652" cy="7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Technology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1872253"/>
            <a:ext cx="16313048" cy="2882503"/>
            <a:chOff x="0" y="0"/>
            <a:chExt cx="21750731" cy="3843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0782" cy="3843274"/>
            </a:xfrm>
            <a:custGeom>
              <a:avLst/>
              <a:gdLst/>
              <a:ahLst/>
              <a:cxnLst/>
              <a:rect r="r" b="b" t="t" l="l"/>
              <a:pathLst>
                <a:path h="3843274" w="21750782">
                  <a:moveTo>
                    <a:pt x="0" y="133350"/>
                  </a:moveTo>
                  <a:cubicBezTo>
                    <a:pt x="0" y="59690"/>
                    <a:pt x="59944" y="0"/>
                    <a:pt x="133731" y="0"/>
                  </a:cubicBezTo>
                  <a:lnTo>
                    <a:pt x="21617051" y="0"/>
                  </a:lnTo>
                  <a:lnTo>
                    <a:pt x="21617051" y="6350"/>
                  </a:lnTo>
                  <a:lnTo>
                    <a:pt x="21617051" y="0"/>
                  </a:lnTo>
                  <a:cubicBezTo>
                    <a:pt x="21690837" y="0"/>
                    <a:pt x="21750782" y="59690"/>
                    <a:pt x="21750782" y="133350"/>
                  </a:cubicBezTo>
                  <a:lnTo>
                    <a:pt x="21744432" y="133350"/>
                  </a:lnTo>
                  <a:lnTo>
                    <a:pt x="21750782" y="133350"/>
                  </a:lnTo>
                  <a:lnTo>
                    <a:pt x="21750782" y="3709924"/>
                  </a:lnTo>
                  <a:lnTo>
                    <a:pt x="21744432" y="3709924"/>
                  </a:lnTo>
                  <a:lnTo>
                    <a:pt x="21750782" y="3709924"/>
                  </a:lnTo>
                  <a:cubicBezTo>
                    <a:pt x="21750782" y="3783584"/>
                    <a:pt x="21690837" y="3843274"/>
                    <a:pt x="21617051" y="3843274"/>
                  </a:cubicBezTo>
                  <a:lnTo>
                    <a:pt x="21617051" y="3836924"/>
                  </a:lnTo>
                  <a:lnTo>
                    <a:pt x="21617051" y="3843274"/>
                  </a:lnTo>
                  <a:lnTo>
                    <a:pt x="133731" y="3843274"/>
                  </a:lnTo>
                  <a:lnTo>
                    <a:pt x="133731" y="3836924"/>
                  </a:lnTo>
                  <a:lnTo>
                    <a:pt x="133731" y="3843274"/>
                  </a:lnTo>
                  <a:cubicBezTo>
                    <a:pt x="59944" y="3843274"/>
                    <a:pt x="0" y="3783584"/>
                    <a:pt x="0" y="3709924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3709924"/>
                  </a:lnTo>
                  <a:lnTo>
                    <a:pt x="6350" y="3709924"/>
                  </a:lnTo>
                  <a:lnTo>
                    <a:pt x="12700" y="3709924"/>
                  </a:lnTo>
                  <a:cubicBezTo>
                    <a:pt x="12700" y="3776599"/>
                    <a:pt x="66929" y="3830574"/>
                    <a:pt x="133731" y="3830574"/>
                  </a:cubicBezTo>
                  <a:lnTo>
                    <a:pt x="21617051" y="3830574"/>
                  </a:lnTo>
                  <a:cubicBezTo>
                    <a:pt x="21683853" y="3830574"/>
                    <a:pt x="21738082" y="3776472"/>
                    <a:pt x="21738082" y="3709924"/>
                  </a:cubicBezTo>
                  <a:lnTo>
                    <a:pt x="21738082" y="133350"/>
                  </a:lnTo>
                  <a:cubicBezTo>
                    <a:pt x="21738082" y="66675"/>
                    <a:pt x="21683853" y="12700"/>
                    <a:pt x="21617051" y="12700"/>
                  </a:cubicBezTo>
                  <a:lnTo>
                    <a:pt x="133731" y="12700"/>
                  </a:lnTo>
                  <a:lnTo>
                    <a:pt x="133731" y="6350"/>
                  </a:lnTo>
                  <a:lnTo>
                    <a:pt x="133731" y="12700"/>
                  </a:lnTo>
                  <a:cubicBezTo>
                    <a:pt x="66929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28573" y="1957235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Component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5572" y="1957235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Technology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573" y="2529926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75572" y="2529926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React + Vite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8573" y="3102616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5572" y="3102616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Node.js + Express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573" y="3675307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AI API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5572" y="3675307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NVIDIA OpenAI API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573" y="4247998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5572" y="4247998"/>
            <a:ext cx="7683846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Qwen 2.5 Coder 32B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5003006"/>
            <a:ext cx="4858198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Robust Error Handling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5813527"/>
            <a:ext cx="16303523" cy="37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Smart fallback generator prevents crashes on AI, network, or parsing errors. Always returns valid JSON.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6440691"/>
            <a:ext cx="4536434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Structured Logging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251202"/>
            <a:ext cx="16303523" cy="38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Tagged log format [timestamp] [LEVEL] [TAG] message with levels: INFO, DEBUG, SUCCESS, WARN, ERROR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7887891"/>
            <a:ext cx="4536434" cy="5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API Endpoints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8698411"/>
            <a:ext cx="16303523" cy="78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GET /health — Health check</a:t>
            </a:r>
          </a:p>
          <a:p>
            <a:pPr algn="l" marL="263922" indent="-131961" lvl="1">
              <a:lnSpc>
                <a:spcPts val="2562"/>
              </a:lnSpc>
              <a:buFont typeface="Arial"/>
              <a:buChar char="•"/>
            </a:pPr>
            <a:r>
              <a:rPr lang="en-US" sz="17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POST /api/analyze — Code analysis with request/response examples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1C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805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684" y="1856184"/>
            <a:ext cx="6574631" cy="6574631"/>
            <a:chOff x="0" y="0"/>
            <a:chExt cx="8766175" cy="876617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66175" cy="8766175"/>
            </a:xfrm>
            <a:custGeom>
              <a:avLst/>
              <a:gdLst/>
              <a:ahLst/>
              <a:cxnLst/>
              <a:rect r="r" b="b" t="t" l="l"/>
              <a:pathLst>
                <a:path h="8766175" w="8766175">
                  <a:moveTo>
                    <a:pt x="0" y="0"/>
                  </a:moveTo>
                  <a:lnTo>
                    <a:pt x="8766175" y="0"/>
                  </a:lnTo>
                  <a:lnTo>
                    <a:pt x="8766175" y="8766175"/>
                  </a:lnTo>
                  <a:lnTo>
                    <a:pt x="0" y="876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1624165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F0FCFF"/>
                </a:solidFill>
                <a:latin typeface="Inter Bold"/>
                <a:ea typeface="Inter Bold"/>
                <a:cs typeface="Inter Bold"/>
                <a:sym typeface="Inter Bold"/>
              </a:rPr>
              <a:t>Getting Started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0238" y="2963913"/>
            <a:ext cx="850554" cy="1428750"/>
            <a:chOff x="0" y="0"/>
            <a:chExt cx="1134072" cy="1905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3411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" r="3" b="-16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984304" y="322838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Configure API Key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84304" y="3774729"/>
            <a:ext cx="831145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Add NVIDIA_API_KEY to .env file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75434" y="4948533"/>
            <a:ext cx="850554" cy="1428750"/>
            <a:chOff x="0" y="0"/>
            <a:chExt cx="1134072" cy="1905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3411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" r="3" b="-16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409509" y="521300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Launch Application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9509" y="5711723"/>
            <a:ext cx="7886252" cy="59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Consolas"/>
                <a:ea typeface="Consolas"/>
                <a:cs typeface="Consolas"/>
                <a:sym typeface="Consolas"/>
              </a:rPr>
              <a:t>Run node runner.js start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00792" y="6933162"/>
            <a:ext cx="850554" cy="1428750"/>
            <a:chOff x="0" y="0"/>
            <a:chExt cx="1134072" cy="1905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3411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" r="3" b="-16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34858" y="719762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0E4E6"/>
                </a:solidFill>
                <a:latin typeface="Inter Bold"/>
                <a:ea typeface="Inter Bold"/>
                <a:cs typeface="Inter Bold"/>
                <a:sym typeface="Inter Bold"/>
              </a:rPr>
              <a:t>Access UI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34858" y="7743977"/>
            <a:ext cx="746090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Open localhost:3000 in browser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DAHIEXfp3Fw</dc:identifier>
  <dcterms:modified xsi:type="dcterms:W3CDTF">2011-08-01T06:04:30Z</dcterms:modified>
  <cp:revision>1</cp:revision>
</cp:coreProperties>
</file>